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69311"/>
            <a:ext cx="13265414" cy="11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1"/>
              </a:lnSpc>
            </a:pPr>
            <a:r>
              <a:rPr lang="en-US" sz="40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PRACTICO UML</a:t>
            </a:r>
          </a:p>
          <a:p>
            <a:pPr algn="l">
              <a:lnSpc>
                <a:spcPts val="4761"/>
              </a:lnSpc>
            </a:pPr>
            <a:r>
              <a:rPr lang="en-US" sz="40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MODELADO DE PROCESOS Y FLUJOS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48250"/>
            <a:ext cx="7837925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505051"/>
                </a:solidFill>
                <a:latin typeface="Poppins"/>
                <a:ea typeface="Poppins"/>
                <a:cs typeface="Poppins"/>
                <a:sym typeface="Poppins"/>
              </a:rPr>
              <a:t>Yudi Daniela Triana Vergel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505051"/>
                </a:solidFill>
                <a:latin typeface="Poppins"/>
                <a:ea typeface="Poppins"/>
                <a:cs typeface="Poppins"/>
                <a:sym typeface="Poppins"/>
              </a:rPr>
              <a:t>Laura Valentina Rozzo Espinel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66625" y="8593772"/>
            <a:ext cx="7846332" cy="129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Fundación de Estudios Superiores Comfanorte (FESC) </a:t>
            </a:r>
          </a:p>
          <a:p>
            <a:pPr algn="r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505051"/>
                </a:solidFill>
                <a:latin typeface="Poppins"/>
                <a:ea typeface="Poppins"/>
                <a:cs typeface="Poppins"/>
                <a:sym typeface="Poppins"/>
              </a:rPr>
              <a:t>modelos y documentacion de software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66625" y="8198167"/>
            <a:ext cx="7846332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505051"/>
                </a:solidFill>
                <a:latin typeface="Poppins"/>
                <a:ea typeface="Poppins"/>
                <a:cs typeface="Poppins"/>
                <a:sym typeface="Poppins"/>
              </a:rPr>
              <a:t>ING. HELY SUAREZ MARIN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33863" y="2249108"/>
            <a:ext cx="8020274" cy="58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sz="39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 DEL PROCESO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2626" y="3514911"/>
            <a:ext cx="14769095" cy="50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procedimiento de matrícula para los cursos intersemestrales en la FESC fue representado mediante diagramas de actividades basados en UML. Durante el levantamiento del proceso se identificaron cinco actores clave: el Estudiante, el Sistema Académico, la Coordinación Académica, la Tesorería y el Docente.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modelación permitió comprender de manera detallada las acciones, responsabilidades y relaciones que conforman el flujo operativo actual.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38495" y="1939206"/>
            <a:ext cx="5211011" cy="67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5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3431" y="3847819"/>
            <a:ext cx="12941743" cy="305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42"/>
              </a:lnSpc>
              <a:spcBef>
                <a:spcPct val="0"/>
              </a:spcBef>
            </a:pPr>
            <a:r>
              <a:rPr lang="en-US" sz="34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objetivo principal consistió en examinar el flujo AS-IS y desarrollar una propuesta TO-BE más eficiente, integrando validaciones automáticas, opciones de pago digital y notificaciones centralizadas, con el propósito de modernizar el proceso y disminuir posibles fallas.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7299" y="2981962"/>
            <a:ext cx="6524695" cy="41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"/>
              </a:lnSpc>
            </a:pPr>
            <a:r>
              <a:rPr lang="en-US" sz="28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VERSION AS-IS PROCESO ACTUAL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28419"/>
            <a:ext cx="7393294" cy="497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Descripció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det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allada del flujo actual.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Actividades principales.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Problemas detectados (cuellos de botella, errores frecuentes, pasos manuales).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Métricas cuantitativas del proceso actual.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Evaluación cualitativa de su desempeño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012646" y="2981962"/>
            <a:ext cx="7737326" cy="41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"/>
              </a:lnSpc>
            </a:pPr>
            <a:r>
              <a:rPr lang="en-US" sz="28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VERSION TO-BE PROCESO OPTIMIZADO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19212" y="3723346"/>
            <a:ext cx="6781405" cy="41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Presentació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del nuevo proceso optimiz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ado.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Cambios realizados y su razón técnica.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Actividades automatizadas o eliminadas.</a:t>
            </a:r>
          </a:p>
          <a:p>
            <a:pPr algn="l" marL="561344" indent="-280672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Beneficios esperados: reducción de tiempos, disminución de errores,  flujo más claro y usable.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6503" y="4235683"/>
            <a:ext cx="15555323" cy="2236078"/>
          </a:xfrm>
          <a:custGeom>
            <a:avLst/>
            <a:gdLst/>
            <a:ahLst/>
            <a:cxnLst/>
            <a:rect r="r" b="b" t="t" l="l"/>
            <a:pathLst>
              <a:path h="2236078" w="15555323">
                <a:moveTo>
                  <a:pt x="0" y="0"/>
                </a:moveTo>
                <a:lnTo>
                  <a:pt x="15555323" y="0"/>
                </a:lnTo>
                <a:lnTo>
                  <a:pt x="15555323" y="2236078"/>
                </a:lnTo>
                <a:lnTo>
                  <a:pt x="0" y="2236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47663" y="1666944"/>
            <a:ext cx="7333116" cy="65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43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METRICAS DEL PROCESO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403" y="4201777"/>
            <a:ext cx="15888897" cy="2303890"/>
          </a:xfrm>
          <a:custGeom>
            <a:avLst/>
            <a:gdLst/>
            <a:ahLst/>
            <a:cxnLst/>
            <a:rect r="r" b="b" t="t" l="l"/>
            <a:pathLst>
              <a:path h="2303890" w="15888897">
                <a:moveTo>
                  <a:pt x="0" y="0"/>
                </a:moveTo>
                <a:lnTo>
                  <a:pt x="15888897" y="0"/>
                </a:lnTo>
                <a:lnTo>
                  <a:pt x="15888897" y="2303890"/>
                </a:lnTo>
                <a:lnTo>
                  <a:pt x="0" y="2303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47663" y="1666944"/>
            <a:ext cx="7333116" cy="65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43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METRICAS DEL PROCESO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261" y="420444"/>
            <a:ext cx="18103773" cy="9866556"/>
          </a:xfrm>
          <a:custGeom>
            <a:avLst/>
            <a:gdLst/>
            <a:ahLst/>
            <a:cxnLst/>
            <a:rect r="r" b="b" t="t" l="l"/>
            <a:pathLst>
              <a:path h="9866556" w="18103773">
                <a:moveTo>
                  <a:pt x="0" y="0"/>
                </a:moveTo>
                <a:lnTo>
                  <a:pt x="18103773" y="0"/>
                </a:lnTo>
                <a:lnTo>
                  <a:pt x="18103773" y="9866556"/>
                </a:lnTo>
                <a:lnTo>
                  <a:pt x="0" y="986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0290" y="4323179"/>
            <a:ext cx="16029010" cy="2384315"/>
          </a:xfrm>
          <a:custGeom>
            <a:avLst/>
            <a:gdLst/>
            <a:ahLst/>
            <a:cxnLst/>
            <a:rect r="r" b="b" t="t" l="l"/>
            <a:pathLst>
              <a:path h="2384315" w="16029010">
                <a:moveTo>
                  <a:pt x="0" y="0"/>
                </a:moveTo>
                <a:lnTo>
                  <a:pt x="16029010" y="0"/>
                </a:lnTo>
                <a:lnTo>
                  <a:pt x="16029010" y="2384316"/>
                </a:lnTo>
                <a:lnTo>
                  <a:pt x="0" y="2384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47663" y="1666944"/>
            <a:ext cx="7333116" cy="65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430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METRICAS DEL PROCESO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DAGoRBWD7ac</dc:identifier>
  <dcterms:modified xsi:type="dcterms:W3CDTF">2011-08-01T06:04:30Z</dcterms:modified>
  <cp:revision>1</cp:revision>
  <dc:title>Texto</dc:title>
</cp:coreProperties>
</file>